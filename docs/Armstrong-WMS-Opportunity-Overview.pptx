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5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B5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55B37"/>
                </a:solidFill>
                <a:latin typeface="Aptos"/>
              </a:rPr>
              <a:t>OPPORTUNITY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170432"/>
            <a:ext cx="7680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C2933"/>
                </a:solidFill>
                <a:latin typeface="Aptos"/>
              </a:rPr>
              <a:t>Armstrong WMS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A646C"/>
                </a:solidFill>
                <a:latin typeface="Aptos"/>
              </a:rPr>
              <a:t>From receiving through fulfillment, billing, and client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4251960"/>
            <a:ext cx="749807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sz="1300" b="0">
                <a:solidFill>
                  <a:srgbClr val="1C2933"/>
                </a:solidFill>
                <a:latin typeface="Aptos"/>
              </a:rPr>
              <a:t>What a modern Armstrong warehouse platform could make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Unify freight-oriented warehouse operations and modern fulfillment in one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Support both freight/3PL receiving and DTC or B2B fulfillment in the same environment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Replace fragmented handoffs between spreadsheets, paper, point solutions, and manual re-entry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Give operators, managers, customers, and finance a shared source of operational truth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Create a foundation for faster onboarding, better reporting, and cleaner billing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Armstrong Digital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WMS becomes the warehouse execution layer inside a broader Armstrong operating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NetSuite remains the system of record for financials, billing, AR/AP, and contracts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DispatchPro remains the transportation execution system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Armstrong WMS manages receiving, inventory, warehouse execution, and fulfillment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Operator workflows support warehouse-floor execution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Client portal exposes inventory, orders, shipments, and billing visibility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Integration services connect marketplaces, EDI, carriers, and internal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Scope Of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One environment can support the full warehouse lifecycle from inbound identification to outbound cash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Client onboarding, rate-card setup, and operating-rule configuration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ASN creation, dock arrival, unloading, discrepancy capture, and putaway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Real-time inventory by client, warehouse, bin, lot, and serial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Order intake from portal, API, marketplace, or EDI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Picking, packing, shipping, and tracking confirmation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Billable warehouse events exported into NetSuite for invoicing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B5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B5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Inbound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design starts with freight reality, not just e-commerce assumptions.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ASN-driven receiving workflow from expected to arrived to receiving to completed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Support for BOLs, PO references, inspections, discrepancy logging, and staged putaway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Capture shortages, overages, damage, quarantine, lot, and serial detail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Create an auditable transaction trail from dock activity into inventory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B5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387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387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AI-Powered Document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Document intelligence can remove manual keying from receiving.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Capture BOLs, packing lists, invoices, and other inbound documents from phone, scanner, email, or upload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Extract structured fields with confidence scoring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Present side-by-side human review for exceptions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Post verified data into ASN and receiving workflows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Reduce dock-side delays caused by manual document entry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387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Fulfillment And Outbound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same platform can support modern fulfillment without separating the freight side from the order 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Intake orders from client portal, Shopify, Amazon, Walmart, API, or EDI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Allocate inventory and generate single-order, batch, wave, or zone picks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Execute pick, pack, and ship workflows on mobile or warehouse devices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Rate shop carriers, generate labels, and return tracking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Support parcel, LTL/FTL, and white-glove outbound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Role-Specific Experiences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Different users operate in the same platform through focused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Warehouse managers use the back-office WMS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Floor workers use mobile-optimized workflows for receive, pick, pack, move, and count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Customers use a portal for inventory, orders, shipments, reports, and billing visibility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Armstrong platform admins manage tenants, access, and cross-client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6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6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Why Armstrong Could Differentiate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market gap is the combination of freight depth, fulfillment breadth, and modern usability.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Logiwa is strong in e-commerce but not built around freight-heavy receiving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Magaya is freight-oriented but widely seen as legacy and implementation-heavy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NetSuite WMS is strong for ERP-centered companies but not purpose-built for multi-client 3PL execution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Extensiv is 3PL-focused but weaker on freight depth and modern flexibility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Armstrong can occupy the space between freight sophistication and modern fulfillment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62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Architecture That Fits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platform is designed for multi-client operations, operational control, and practical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Schema-per-tenant architecture for strong client data isolation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Shared core for inventory, warehouse, products, clients, audit, and sequences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Support for both freight workflows and fulfillment workflows in the same tenant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Containerized deployment from local development to AWS production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Self-hosting option for greater control and lower total cost of ownership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What This Could Unlock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The value is not just software replacement. It is a better operating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Faster receiving with fewer manual bottlenecks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Better inventory accuracy and traceability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More scalable fulfillment without adding disconnected tools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Stronger customer experience through self-service visibility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Cleaner handoff of warehouse billable events into finance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Better readiness for growth across facilities, customers, and service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Phased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A practical rollout can sequence value instead of trying to do everything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Phase 1: Core WMS foundation, receiving, inventory, and warehouse controls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Phase 2: Operator mobile workflows and discrepancy-driven receiving execution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Phase 3: Fulfillment, carrier integrations, and outbound tracking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Phase 4: Client portal, billing-event export, and NetSuite operational integration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Phase 5: Document intelligence, marketplace connectors, and deeper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"/>
            <a:ext cx="1234440" cy="654710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5166360"/>
            <a:ext cx="2011680" cy="2011680"/>
          </a:xfrm>
          <a:prstGeom prst="ellipse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72768" y="658368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C2933"/>
                </a:solidFill>
                <a:latin typeface="Apto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280160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A646C"/>
                </a:solidFill>
                <a:latin typeface="Aptos"/>
              </a:rPr>
              <a:t>Armstrong can build a modern warehouse platform around how its business actually operates.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8869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FD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82880" tIns="164592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One platform for receiving, inventory, fulfillment, and customer visibility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Built around Armstrong’s operating model rather than generic software assumptions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Positioned to connect warehouse execution with transportation and financial systems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C2933"/>
                </a:solidFill>
                <a:latin typeface="Aptos"/>
              </a:rPr>
              <a:t>A foundation for long-term operational and commercial differentiation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52760" y="2011680"/>
            <a:ext cx="164592" cy="4114800"/>
          </a:xfrm>
          <a:prstGeom prst="rect">
            <a:avLst/>
          </a:prstGeom>
          <a:solidFill>
            <a:srgbClr val="CF9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5A646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Armstrong WMS Opportunity Overview</dc:title>
  <dc:subject>Executive presentation for Armstrong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