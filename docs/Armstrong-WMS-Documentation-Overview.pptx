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5C3A"/>
                </a:solidFill>
                <a:latin typeface="Aptos"/>
              </a:rPr>
              <a:t>DOCUMENT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8778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32E38"/>
                </a:solidFill>
                <a:latin typeface="Aptos"/>
              </a:rPr>
              <a:t>Armstrong WMS Documentation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D666D"/>
                </a:solidFill>
                <a:latin typeface="Aptos"/>
              </a:rPr>
              <a:t>Cleaned presentation version of architecture, ecosystem, workflow, competitive, and deployment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5669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/>
            <a:r>
              <a:rPr sz="1200" b="1">
                <a:solidFill>
                  <a:srgbClr val="A05C3A"/>
                </a:solidFill>
                <a:latin typeface="Aptos"/>
              </a:rPr>
              <a:t>Purpose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32E38"/>
                </a:solidFill>
                <a:latin typeface="Aptos"/>
              </a:rPr>
              <a:t>Present the existing documents in a cleaner, presentation-format structure without changing their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Architecture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Digital ecosystem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Identification-to-cash lifecycle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Receiving flow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Fulfillment flow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Competitive analysis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Deployment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System overview and core technical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Next.js application with middleware for tenant resolution, authentication, and RBAC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PostgreSQL 16 with schema-per-tenant isolation plus a shared public schema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Dual Prisma clients: one for public/platform data and one for tenant WMS data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Shared core supports inventory, products, warehouse, clients, audit, and sequences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Single tenant can support both freight/3PL and DTC fulfillment workflows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Immutable inventory transaction ledger preserves full movement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Digital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Existing systems, planned applications, and integration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NetSuite ERP handles financials, billing, AR/AP, customer records, and contracts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DispatchPro handles load management, carrier dispatch, and tracking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Armstrong WMS handles receiving, inventory, fulfillment, and warehouse operations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Operator app, client portal, marketplace connectors, carrier integrations, and document intelligence are planned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Current gaps called out in the document: sales CRM, yard management, and billing engine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Operator and portal experiences are route groups in the same codebase rather than separate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docs/ecosystem.md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Identification To Cash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End-to-end service lifecycle across sales, warehouse, transportation, and finance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Phase 1: Identify and sell through CRM, quoting, contract, onboarding, and client setup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Phase 2: Receive and store through ASN creation, dock arrival, unload, putaway, and receiving charges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Phase 3: Store and manage through storage billing, cycle counting, replenishment, alerts, and client visibility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Phase 4: Fulfill and ship through order intake, allocation, picking, packing, shipping, and tracking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Phase 5: Bill and collect through billable-event export into NetSuite and customer invoicing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Each phase names system ownership and the operational data passed between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docs/flow-identification-to-cash.md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Receiving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Freight / 3PL inbound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Status model: draft, expected, arrived, receiving, inspection, completed, with cancel at any stage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Flow starts with ASN creation and expected line-item setup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Arrival and receiving capture actual quantity, condition, bin, lot/serial, and notes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Discrepancies support shortage, overage, and damage workflows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Optional inspections support pass/fail, measurements, and observations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Completion finalizes inventory records and creates receive transactions in the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docs/flow-receiving.md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Fulfillment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DTC / e-commerce outbound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Orders arrive from marketplace, portal, API, or manual entry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Allocation reserves inventory and supports FIFO behavior for lot-tracked products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Pick generation supports single-order, batch, wave, and zone methods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Picking updates task progress and posts pick transactions to inventory history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Packing captures box choice, dimensions, weight, and value-added services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Shipping supports carrier rate shopping, label generation, tracking pushback, and delivered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docs/flow-fulfillment.md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Structured document capture tied to receiving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Target documents include BOLs, packing lists, invoices, delivery receipts, purchase orders, and customs paperwork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Workflow is capture, extract, verify, and post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Extracted data is structured with field-level confidence scoring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Low-confidence fields are reviewed in a side-by-side correction interface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Verified data can create or update ASNs, add lines, attach source documents, and preserve audit trail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Document focus is operational bottlenecks in receiving rather than general OCR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docs/document-intelligence.md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Positioning of Armstrong WMS against key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Logiwa is positioned as strong in e-commerce fulfillment but weaker on freight-oriented receiving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NetSuite WMS is mature and ERP-centered but not purpose-built for multi-client 3PL execution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Magaya is freight-oriented and deep in customs/compliance, but compared here as older and less modern in UX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Extensiv is close on 3PL use case coverage, especially billing, but lighter on freight depth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The document positions Armstrong in the overlap between freight depth and fulfillment breadth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The stated target customer is a 3PL handling both freight and fulfillment with multi-client inventory segregation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docs/competitive-analysis.md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Deployment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Local development and AWS production deployment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Containerized approach keeps local and production environments aligned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Local stack uses Docker Compose with PostgreSQL and MinIO, with Next.js running on the host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AWS production path uses App Runner or ECS Fargate, plus RDS PostgreSQL and S3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Tenant resolution changes from header-based in local development to subdomain-based in production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Move between environments is configuration-driven rather than code-driven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Deployment guide includes environment variables, local setup, and AWS provisioning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Source: docs/deployment.md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Cross-Document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D666D"/>
                </a:solidFill>
                <a:latin typeface="Aptos"/>
              </a:rPr>
              <a:t>Patterns that appear consistently across the document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Multi-tenant client isolation is treated as a first-class requirement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Warehouse execution is modeled around auditable transactions and status-driven workflows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Receiving and fulfillment are both included in the same operating system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NetSuite and DispatchPro remain part of the target operating environment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Billing depends on operational event capture rather than manual reconstruction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Operator mobility and client self-service are present across multiple documents as planned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550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D666D"/>
                </a:solidFill>
                <a:latin typeface="Aptos"/>
              </a:rPr>
              <a:t>Compiled from the document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32E38"/>
                </a:solidFill>
                <a:latin typeface="Aptos"/>
              </a:rPr>
              <a:t>Source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424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64592" tIns="146304"/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docs/architecture.md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docs/ecosystem.md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docs/flow-identification-to-cash.md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docs/flow-receiving.md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docs/flow-fulfillment.md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docs/document-intelligence.md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docs/competitive-analysis.md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2E38"/>
                </a:solidFill>
                <a:latin typeface="Aptos"/>
              </a:rPr>
              <a:t>docs/deployment.md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D666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Armstrong WMS Documentation Overview</dc:title>
  <dc:subject>Presentation version of Armstrong WMS documentation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